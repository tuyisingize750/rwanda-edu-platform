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TSSANYWHERE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User Guide &amp; Instructions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Welcome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🎓 Rwanda's Premier TVET/TSS Learning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📚 Learn Anytime, Anywhere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🌐 Connect with 165 TVET Schools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👥 Network with Students &amp; Teachers Across Rwanda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🔒 Secure &amp; Private Learning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Create Your Account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Select Your Role (Student, Teacher, Admin, DOS)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Complete Your Profile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Verify Your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Start Learning!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For Students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📖 Browse &amp; Enroll in Courses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📥 Download Study Materials &amp; Videos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🎥 Join Live Interactive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✍️ Submit Assignments &amp; Get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Track Your Learning Progress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💬 Communicate with Teachers &amp; Peers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For Teachers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Create &amp; Publish Courses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📤 Upload Videos &amp; Learning Materials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📅 Schedule Live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👨‍🎓 Manage Student Enrollment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Grade Assignments &amp; Provide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📢 Send Announcements &amp;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For Administrators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👥 Manage User 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📋 Oversee All Courses &amp;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Generate Reports &amp;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⚙️ Configure Platform Settings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🔐 Ensure Data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🆘 Provide User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For DOS (Director of Studies)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📚 Oversee Curriculum &amp;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📈 Review Academic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👨‍🏫 Monitor Teaching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✓ Ensure Educational Standards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Plan Academic Strategies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Analyze Learning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💬 Real-Time Communication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📚 Rich Learning Resources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🎥 Live Video Sessions with Encryption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🌐 Inter-School Network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🔒 Enterprise-Level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Progress Tracking &amp;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Tips for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⏰ Set a Regular Learning Schedule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Participate in Live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💬 Engage with Teachers &amp; Peers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📥 Download Resources for Offline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Review Your Progress Regularly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🤝 Build Your Professional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Frequently Asked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Q: How do I reset my password?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A: Click 'Forgot Password' on login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Q: Can I access offline?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A: Download resources for offline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Q: How do I contact support?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A: Use Contact link or email support@tssanywhere.rw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Contact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📧 Email: support@tssanywhere.rw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🌐 Website: www.tssanywhere.rw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📱 Available 24/7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Thank you for using TSSANYWHERE!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Happy Learning!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